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حاشية — اختبار الاستيراد العربي</a:t>
            </a:r>
          </a:p>
          <a:p>
            <a:pPr>
              <a:defRPr sz="2200"/>
            </a:pPr>
            <a:r>
              <a:t>نص عربي كامل بدون قص، مع English 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ashiya-video-tes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7315200" cy="3657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